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1fea44e7c855086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h1fea44e7c855086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1fea44e7c855086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h1fea44e7c855086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h1fea44e7c855086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h1fea44e7c855086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h1fea44e7c855086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h1fea44e7c855086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1fea44e7c855086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h1fea44e7c855086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5625"/>
            <a:ext cx="9144000" cy="489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83200"/>
            <a:ext cx="9144001" cy="545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089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